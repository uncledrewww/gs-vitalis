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8FCFA-B448-4AE9-5661-CB628D71C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D0A2BE-49F8-C6D2-AB2B-2BD9D1E77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4372D3-A366-1097-262A-A4342332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085E-0962-4C78-9CCC-905BB3189E4B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2BAAD7-16E0-C1C0-C848-75085EE1E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C4DC6D-BE4C-515B-5BC7-F4271EC1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527-FFA4-43F3-B911-A7F6A60F9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089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1FAB8B-707B-E913-E875-4BBC521F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B338BC-4C20-A244-2818-0250D7FE8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9E3288-E482-BF2E-D5FA-341E1646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085E-0962-4C78-9CCC-905BB3189E4B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F44ADE-3AE7-F18C-23C1-B28FED27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D3EA50-CF28-9812-1E88-5A59B215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527-FFA4-43F3-B911-A7F6A60F9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05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E8A8E-43F2-FA5D-88E6-960133B8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86B666-6E1F-3479-A414-3E4E25D0A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C665A9-1DF8-6246-7E71-2FEF74B68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085E-0962-4C78-9CCC-905BB3189E4B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54D1E0-8BB1-4EC8-BB28-0FA79382E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E53637-CE1C-BAE4-42A3-FA4C3EA3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527-FFA4-43F3-B911-A7F6A60F9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270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9DC7C-6D84-3B18-D9C1-F99F3D05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5C76C3-69E4-2F79-1684-5E78DDA35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B816A9-1D9D-2D58-70BF-CC8B366FE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289373-1E81-29B8-F183-BECFA4D32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085E-0962-4C78-9CCC-905BB3189E4B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2F6EF6-1D22-BD9C-0B78-FA0FCF2C3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7BD669-B9E4-C1D6-CCAC-9C0777C62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527-FFA4-43F3-B911-A7F6A60F9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003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058C92-2B3D-BF27-1572-015C94A5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F364B3-2F53-362E-DC25-56BF4F354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4A7C75-2146-C56E-4D87-D17420109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7F575A-B476-6122-A4A5-A8BFF3A17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12289F-9EE9-3DF0-5F23-B05869F77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06C65E-0F06-937F-EA96-8954D88B7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085E-0962-4C78-9CCC-905BB3189E4B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D7EDA30-E6E6-A706-8517-E307CC4AE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A1AB00-78F0-75AD-7894-3B55EAB5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527-FFA4-43F3-B911-A7F6A60F9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399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7EA52F-1FD1-99A8-E001-955998664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B56C5E7-A767-A562-0DAC-5B7BFAED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085E-0962-4C78-9CCC-905BB3189E4B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9A7C89-B797-EDF3-320C-E3D8F6532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F1E88E-C12C-3775-C6A0-34425884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527-FFA4-43F3-B911-A7F6A60F9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038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08EF06-0B9B-4921-7CD5-B958555CF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085E-0962-4C78-9CCC-905BB3189E4B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8BE0B9-6B65-5468-AF30-646091F32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A3787E-EEED-DBFA-19A2-0FE55155E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527-FFA4-43F3-B911-A7F6A60F9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120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7A6C2-3E5D-973E-61A0-090BCB0F7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46B3B2-EE44-5A20-2455-DA9D3ADBC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467C88-3335-2856-FE0F-933D806B1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3E7014-05AC-5AE6-884C-7A74F68E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085E-0962-4C78-9CCC-905BB3189E4B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598A47-1E6C-3837-8A5C-6931D810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99165A-0843-455C-D47A-A630AED8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527-FFA4-43F3-B911-A7F6A60F9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070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5FAAA-FE62-7739-290C-17C1DCCC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B2BBC6-F0D0-82A4-AD03-182766CD3F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D8174E-FCE6-774C-FAF9-8B6918B4E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6204FD-C310-EE28-81F4-99F411D61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085E-0962-4C78-9CCC-905BB3189E4B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8BC5C0-0D05-DACC-5D0E-512734D5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B2900D-3DAD-13CE-A8AB-5AC0BC1E3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527-FFA4-43F3-B911-A7F6A60F9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29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868EA-0883-9A37-A888-DCD873CB4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FA7439-4149-FF83-0BC9-56CFC6D85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85D8C3-9CD2-56B3-FFF7-9BA218945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085E-0962-4C78-9CCC-905BB3189E4B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234CE4-173A-9345-C8DC-C2BD30413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44E20A-1209-C7F6-BA45-720D375B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527-FFA4-43F3-B911-A7F6A60F9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594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A0D203-078D-A034-9913-A547649038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DB548F-08EE-5036-0A8B-F069EA224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9A08E9-B852-FD6D-25B2-4B5C0DB0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085E-0962-4C78-9CCC-905BB3189E4B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AA6BFB-3DBC-13DF-4BE1-120F2D807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C9C3F9-1ADF-7777-8F26-50A4A5DC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5527-FFA4-43F3-B911-A7F6A60F9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32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A70C12-2BA9-E78A-45B1-431391E8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0CB3B4-1E78-41C9-FFC9-A04DB6EF0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8F50EF-AD35-3A26-A258-E78803064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0085E-0962-4C78-9CCC-905BB3189E4B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D68063-C204-16AB-8071-3900B5E1D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AF6910-3140-CD7E-950D-4768B1E60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C5527-FFA4-43F3-B911-A7F6A60F9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928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DEBB8A-3A91-D1D6-B595-97D5C654B6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D52E30B-BB45-598E-6899-CEF6754EBF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D48447-D5D3-FE03-16FE-F266AF78C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47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E0BD1-C9BE-533A-4BBC-F6FBDE21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B74E7-22E6-5F97-09A8-1B8F089A64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C7E27C-67C1-317A-5D9F-13640D560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BBA8B3-A0C4-0C70-E29C-AE4AFFA53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6" y="0"/>
            <a:ext cx="121275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164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B7959-829B-5167-7474-0D898A85E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66923-6936-85F2-6E02-206358ADE4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A6A6A9-C2DC-0E67-19D9-4CC39CCA94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76EEDA-1D50-B644-B53B-CCC9F55FF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8" y="0"/>
            <a:ext cx="12108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74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B567D-B312-3AE7-E6A8-CA6791654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E0B0C-D0CD-9AB6-B65A-76C8882EA9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E03517-6ACE-DE84-667A-F36849C0D4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D8EE81-C972-EEB6-8BEA-AD8C64AA5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" y="0"/>
            <a:ext cx="121836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40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737BC-B703-A8AE-DC7F-9791402CA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1127E-9D18-FA87-6FB6-12BE41A0B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25A8D7-137E-9790-442E-0129E3BB6A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908D76-B962-7E14-6834-65B5F8C85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9"/>
            <a:ext cx="12192000" cy="685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90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2B963-D61A-CD49-3BDD-C8BD99B0D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CD19F-8D03-625C-1554-52C32198D5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7E93FA-7895-5240-8CA3-20F10B476C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19D6E5-D41C-2CE1-AD40-21F92CF57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12"/>
            <a:ext cx="12192000" cy="683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911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E2AE-9002-67F9-817E-A957422A1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080506B-F26E-09BE-4507-1601AEF05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7" y="0"/>
            <a:ext cx="121585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94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4A192-62B0-35B0-825F-1FF00F40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0723067-D806-C911-FCEA-99F71C4EF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" y="0"/>
            <a:ext cx="121779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691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B9E0E-0A93-0E09-BD02-C2101F1E2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CED20BC-636C-FD75-93DC-4F6DDCD2C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7"/>
            <a:ext cx="12192000" cy="684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7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87DE-655E-8447-C18B-AEBA9C3C8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2DC6100-B5F7-E122-67E9-3A2A9E9FC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03"/>
            <a:ext cx="12192000" cy="684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82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28AC7-37F2-DAE5-FF3D-BD48F6CEF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0A669FF-45DE-A80A-AC5F-E5B653E64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3"/>
            <a:ext cx="12192000" cy="685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85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宽屏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赫松 夏</dc:creator>
  <cp:lastModifiedBy>赫松 夏</cp:lastModifiedBy>
  <cp:revision>1</cp:revision>
  <dcterms:created xsi:type="dcterms:W3CDTF">2025-12-27T08:42:14Z</dcterms:created>
  <dcterms:modified xsi:type="dcterms:W3CDTF">2025-12-27T08:47:36Z</dcterms:modified>
</cp:coreProperties>
</file>